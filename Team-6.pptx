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40" d="100"/>
          <a:sy n="40" d="100"/>
        </p:scale>
        <p:origin x="53" y="8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14-08-2026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14-08-2026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14-08-2026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14-08-2026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Dairy &amp; Milk Cooperative Management System— Online Collection, Inventory &amp; Revenue System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237127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T.Jaswanth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2520030284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dirty="0" err="1"/>
                        <a:t>S.Prem</a:t>
                      </a:r>
                      <a:r>
                        <a:rPr dirty="0"/>
                        <a:t> </a:t>
                      </a:r>
                      <a:r>
                        <a:rPr lang="en-IN" dirty="0"/>
                        <a:t>S</a:t>
                      </a:r>
                      <a:r>
                        <a:rPr dirty="0"/>
                        <a:t>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2520030561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V.Nitish Chowdhary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2520030179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NUMBER:6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793399"/>
              </p:ext>
            </p:extLst>
          </p:nvPr>
        </p:nvGraphicFramePr>
        <p:xfrm>
          <a:off x="838199" y="1416193"/>
          <a:ext cx="10515600" cy="3577888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t>T.Jaswanth Reddy (2520030284)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Team Lead / Backend (Node.js, Express, MySQL)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t>S.Prem sai (2520030561)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Frontend Development (React.js) &amp; UI/UX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t>V.Nitish Chowdhary (2520030179)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Database Design, Payments &amp; Deployment (Docker, CI/CD)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Dairy Parlour Merchant App is a web-based merchant platform that helps dairy shopkeepers manage collection entries for milk and every other parlour item — curd, paneer, ghee, buttermilk, and more — online. Shopkeepers log incoming stock loads, and inventory is automatically reduced in real time with every sale, keeping stock levels accurate. The system tracks item-wise quality grading (incl. Fat/SNF for milk), sales revenue, reviews, ratings, and online payments through an admin dashboard. It is developed using React.js, Node.js, Express.js, and MySQL.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Dairy parlours and cooperative outlets sell milk alongside curd, paneer, ghee, buttermilk, and other items.</a:t>
            </a:r>
            <a:endParaRPr lang="en-US" dirty="0"/>
          </a:p>
          <a:p>
            <a:r>
              <a:t>Day-to-day operations involve stock intake, member/farmer collection entries, sales to customers, and payment collection.</a:t>
            </a:r>
          </a:p>
          <a:p>
            <a:r>
              <a:t>Doing this on paper or in disconnected spreadsheets makes stock, sales, and revenue hard to track accurately.</a:t>
            </a:r>
          </a:p>
          <a:p>
            <a:r>
              <a:t>This project introduces a merchant-facing web app that digitizes collection booking, inventory, and revenue tracking end-to-end.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Collection entries and stock are recorded manually in registers or basic spreadsheets.</a:t>
            </a:r>
            <a:endParaRPr lang="en-US" dirty="0"/>
          </a:p>
          <a:p>
            <a:r>
              <a:t>No real-time link between incoming stock (loads) and outgoing sales — stock counts drift from reality.</a:t>
            </a:r>
          </a:p>
          <a:p>
            <a:r>
              <a:t>Revenue is calculated manually at day/week end, with no live visibility for the shopkeeper.</a:t>
            </a:r>
          </a:p>
          <a:p>
            <a:r>
              <a:t>Payments are largely cash-based; limited or no online payment support.</a:t>
            </a:r>
          </a:p>
          <a:p>
            <a:r>
              <a:t>Quality grading (e.g. Fat/SNF for milk) and reviews are tracked separately, if at all.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Shopkeepers lack a single system to log stock loads and have inventory update automatically on each sale.</a:t>
            </a:r>
            <a:endParaRPr lang="en-US" dirty="0"/>
          </a:p>
          <a:p>
            <a:r>
              <a:t>No real-time revenue visibility — earnings are only known after manual reconciliation.</a:t>
            </a:r>
          </a:p>
          <a:p>
            <a:r>
              <a:t>Absence of integrated online payments slows down transactions and record-keeping.</a:t>
            </a:r>
          </a:p>
          <a:p>
            <a:r>
              <a:t>Manual processes are error-prone and don't scale as the number of items and daily transactions grows.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 merchant web app where shopkeepers log stock loads for milk and every parlour item.</a:t>
            </a:r>
            <a:endParaRPr lang="en-US" dirty="0"/>
          </a:p>
          <a:p>
            <a:r>
              <a:t>Inventory is automatically reduced in real time with every recorded sale.</a:t>
            </a:r>
          </a:p>
          <a:p>
            <a:r>
              <a:t>Live revenue tracking on an admin dashboard — no manual reconciliation needed.</a:t>
            </a:r>
          </a:p>
          <a:p>
            <a:r>
              <a:t>Integrated online payment gateway (Razorpay/Stripe) for collections and sales.</a:t>
            </a:r>
          </a:p>
          <a:p>
            <a:r>
              <a:t>Item-wise quality grading, reviews, and ratings built into the same workflow.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shopkeepers a single app to manage collection bookings, stock loads, and sales.</a:t>
            </a:r>
            <a:endParaRPr lang="en-US" dirty="0"/>
          </a:p>
          <a:p>
            <a:r>
              <a:t>Automatically reduce inventory in real time on every sale, keeping stock counts accurate.</a:t>
            </a:r>
          </a:p>
          <a:p>
            <a:r>
              <a:t>Track and display sales revenue in real time on an admin dashboard.</a:t>
            </a:r>
          </a:p>
          <a:p>
            <a:r>
              <a:t>Support online payments end-to-end for collections and customer transactions.</a:t>
            </a:r>
          </a:p>
          <a:p>
            <a:r>
              <a:t>Enable item-wise quality grading, reviews, and ratings for parlour products.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Authentication &amp; Security — JWT-based login</a:t>
            </a:r>
            <a:endParaRPr lang="en-US" dirty="0"/>
          </a:p>
          <a:p>
            <a:r>
              <a:rPr sz="2000"/>
              <a:t>Collection Entry &amp; Booking — slots and entries</a:t>
            </a:r>
          </a:p>
          <a:p>
            <a:r>
              <a:rPr sz="2000"/>
              <a:t>Inventory Management — auto real-time deduction on sale</a:t>
            </a:r>
          </a:p>
          <a:p>
            <a:r>
              <a:rPr sz="2000"/>
              <a:t>Sales &amp; Revenue Tracking — live revenue dashboard</a:t>
            </a:r>
          </a:p>
          <a:p>
            <a:r>
              <a:rPr sz="2000"/>
              <a:t>Payment Gateway Integration — Razorpay/Stripe</a:t>
            </a:r>
          </a:p>
          <a:p>
            <a:r>
              <a:rPr sz="2000"/>
              <a:t>Quality Grading &amp; Reviews — item-wise (incl. Fat/SNF), ratings</a:t>
            </a:r>
          </a:p>
          <a:p>
            <a:r>
              <a:rPr sz="2000"/>
              <a:t>Admin Dashboard — stock, sales, revenue, users</a:t>
            </a:r>
          </a:p>
          <a:p>
            <a:r>
              <a:rPr sz="2000"/>
              <a:t>Notifications — email alerts via Nodemailer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Frontend: React.js</a:t>
            </a:r>
            <a:endParaRPr lang="en-US" dirty="0"/>
          </a:p>
          <a:p>
            <a:r>
              <a:t>Backend: Node.js, Express.js</a:t>
            </a:r>
          </a:p>
          <a:p>
            <a:r>
              <a:t>Database: MySQL</a:t>
            </a:r>
          </a:p>
          <a:p>
            <a:r>
              <a:t>Authentication: JWT</a:t>
            </a:r>
          </a:p>
          <a:p>
            <a:r>
              <a:t>Payments: Razorpay / Stripe</a:t>
            </a:r>
          </a:p>
          <a:p>
            <a:r>
              <a:t>API Documentation: Swagger / OpenAPI</a:t>
            </a:r>
          </a:p>
          <a:p>
            <a:r>
              <a:t>Notifications: Nodemailer</a:t>
            </a:r>
          </a:p>
          <a:p>
            <a:r>
              <a:t>Containerization &amp; Deployment: Docker, GitHub Actions (CI/CD)</a:t>
            </a:r>
          </a:p>
          <a:p>
            <a:r>
              <a:t>Development Tools: Git, GitHub, VS Code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The Dairy Parlour Merchant App gives shopkeepers a single platform to manage collection entries, stock loads, sales, and payments.</a:t>
            </a:r>
            <a:endParaRPr lang="en-US" dirty="0"/>
          </a:p>
          <a:p>
            <a:r>
              <a:rPr sz="1800"/>
              <a:t>Inventory auto-reduces in real time on every sale, and revenue is tracked live — removing manual reconciliation.</a:t>
            </a:r>
          </a:p>
          <a:p>
            <a:r>
              <a:rPr sz="1800"/>
              <a:t>Integrated online payments and item-wise quality grading make the system ready for day-to-day parlour operations.</a:t>
            </a:r>
          </a:p>
          <a:p>
            <a:r>
              <a:rPr sz="1800"/>
              <a:t>Future Scope:</a:t>
            </a:r>
          </a:p>
          <a:p>
            <a:pPr lvl="1"/>
            <a:r>
              <a:rPr sz="1800"/>
              <a:t>Low-stock alerts and automated reorder suggestions.</a:t>
            </a:r>
          </a:p>
          <a:p>
            <a:pPr lvl="1"/>
            <a:r>
              <a:rPr sz="1800"/>
              <a:t>Analytics on best-selling items and seasonal demand trends.</a:t>
            </a:r>
          </a:p>
          <a:p>
            <a:pPr lvl="1"/>
            <a:r>
              <a:rPr sz="1800"/>
              <a:t>Multi-outlet / multi-shopkeeper support with centralized cooperative reporting.</a:t>
            </a:r>
          </a:p>
          <a:p>
            <a:pPr lvl="1"/>
            <a:r>
              <a:rPr sz="1800"/>
              <a:t>Mobile app version for on-the-go stock and sales entry.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8237</TotalTime>
  <Words>862</Words>
  <Application>Microsoft Office PowerPoint</Application>
  <PresentationFormat>Widescreen</PresentationFormat>
  <Paragraphs>119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Dairy &amp; Milk Cooperative Management System— Online Collection, Inventory &amp; Revenue System </vt:lpstr>
      <vt:lpstr>GROUP NUMBER:6</vt:lpstr>
      <vt:lpstr>ABSTRACT</vt:lpstr>
      <vt:lpstr>INTRODUCTION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Prem Sai Surisetty</cp:lastModifiedBy>
  <cp:revision>95</cp:revision>
  <dcterms:created xsi:type="dcterms:W3CDTF">2022-05-20T10:20:31Z</dcterms:created>
  <dcterms:modified xsi:type="dcterms:W3CDTF">2026-08-14T04:00:57Z</dcterms:modified>
</cp:coreProperties>
</file>